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03" autoAdjust="0"/>
    <p:restoredTop sz="94660"/>
  </p:normalViewPr>
  <p:slideViewPr>
    <p:cSldViewPr snapToGrid="0">
      <p:cViewPr>
        <p:scale>
          <a:sx n="103" d="100"/>
          <a:sy n="103" d="100"/>
        </p:scale>
        <p:origin x="1374" y="6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3CD3-05E5-4A69-AB18-C3DD70085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92277-3B26-4B77-A297-D70C80AD3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5B002-B067-4D07-AE55-04D9EEA7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5C61-B1C4-4CB7-B468-64A6C7DA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5F196-F901-47E0-A7A5-D077A517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1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079C-E14E-44E5-B5D3-A4929723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FDC3-2FD1-4359-A478-480CB72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165F4-F5C7-4120-AE49-17125922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430A6-75AB-454E-AD32-4E6C3FE5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DEA01-FD2D-4FD7-B60B-B74C1C26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7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4090-327F-4C5A-82AB-7091858C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45472-EE6B-48A6-877A-4A010526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0BA0-4BE7-429F-BD1E-514C817F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92B0B-AD97-47B0-982A-7BC5C97B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04C9B-183D-40A8-9D87-BF56F033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0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EB19-D02F-4050-9D9F-2C7C3079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7FEB0-B7AB-4AF7-BB19-B5C2F3232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0CB76-5CAB-4B20-BDE1-4BC64D6D6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2784B-D061-4224-A99A-F1E7D431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37DE6-9FA5-4494-AC9A-9A52AD4C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3EC7F-F9C5-4182-9722-9367DADB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59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F25E-6392-469A-8BA9-0B677592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D4A52-A757-4C95-BF07-ACCAF2954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93B13-4877-46A8-B05A-DCA25E4D2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42F0A6-8CB0-436D-98A4-E122F299C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E8A52-914D-4409-9EF5-C2FE5102A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A86A5-BE94-4EB8-B5BE-2904F02B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78E4A-778A-4152-A51F-1C3837D6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F8910-9C85-4FBC-85FA-535801D7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8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1CC7-6122-4184-8ACD-6A140533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C9AEE-BB0F-4C5E-AA61-CA066447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498E3-09D7-42B8-A7A6-E3F85535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53323-06B8-4CE7-AEBC-F8AF6518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5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9BB96-C8DE-4554-9F4B-CC120987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7BCCA-1BD7-44C1-84D2-8904129C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42AA8-BC37-4288-84C2-C894C139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8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0B53-4590-4873-AC39-837151F2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887B-3D09-4932-A7D2-2D35DC67B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02E22-EDF7-4E5E-A937-C94849BCE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F850F-3EF0-433F-8479-6D965857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9779E-7916-4E5D-9F02-7FFA577D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4CAAA-E57A-4C97-987C-5A7E08E0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6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9B26-909B-4E51-96B9-904F66F3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B4A43-4450-4829-904B-F9FC73A9C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17EBF-D13D-40E0-A3CF-418EEB40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7EBF5-8DE8-4D5F-8C4C-B652B166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FE97E-CFAA-49EC-9740-480FE53F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D2EC0-9821-4ADA-9405-67F72BE7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5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3738-CFB1-4271-B137-68C23E27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DEEF2-CDCF-403C-B45D-59D4A768C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946C2-B1C7-4E86-9D28-49E199EF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87F19-E914-472B-B6D1-63AF3978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4849C-7A99-4416-9026-93602D50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9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5E3AF-695A-4131-B64E-A56DE79C9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31AB2-FCB0-4F6F-A265-DCC485E2A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468DD-884E-4CFF-A833-AF1F9F8D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3E6C0-555D-44E6-845E-2B30C587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700F-AF9B-4CEB-81B3-3649B814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5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97113-D2F7-43EF-A28D-631CE431C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520A9-3845-4A76-9A4E-39D74CF7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6683F-FB10-4C5E-BF56-43A2A76D7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F5E9C-D322-4CF8-BEEB-91BBCB97BEA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3301-EFE8-4F1D-B15C-804C4E58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B7347-B27C-432B-A9FC-C9FC2B95A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C6220-984A-42D3-AC25-C7DA45E0F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r Verbinder 74">
            <a:extLst>
              <a:ext uri="{FF2B5EF4-FFF2-40B4-BE49-F238E27FC236}">
                <a16:creationId xmlns:a16="http://schemas.microsoft.com/office/drawing/2014/main" id="{992DF7EE-69D1-4128-B8CB-D25AD7B40B3E}"/>
              </a:ext>
            </a:extLst>
          </p:cNvPr>
          <p:cNvCxnSpPr>
            <a:cxnSpLocks/>
          </p:cNvCxnSpPr>
          <p:nvPr/>
        </p:nvCxnSpPr>
        <p:spPr>
          <a:xfrm>
            <a:off x="122576" y="6688174"/>
            <a:ext cx="43693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75">
            <a:extLst>
              <a:ext uri="{FF2B5EF4-FFF2-40B4-BE49-F238E27FC236}">
                <a16:creationId xmlns:a16="http://schemas.microsoft.com/office/drawing/2014/main" id="{0EB529F7-9D80-40EC-8861-0C038C3D3975}"/>
              </a:ext>
            </a:extLst>
          </p:cNvPr>
          <p:cNvSpPr txBox="1"/>
          <p:nvPr/>
        </p:nvSpPr>
        <p:spPr>
          <a:xfrm>
            <a:off x="681632" y="6503508"/>
            <a:ext cx="2155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Coaxial</a:t>
            </a:r>
            <a:r>
              <a:rPr lang="de-DE" dirty="0"/>
              <a:t> BNC 50 Ohm </a:t>
            </a:r>
            <a:endParaRPr lang="en-DE" dirty="0"/>
          </a:p>
        </p:txBody>
      </p:sp>
      <p:cxnSp>
        <p:nvCxnSpPr>
          <p:cNvPr id="11" name="Gerader Verbinder 122">
            <a:extLst>
              <a:ext uri="{FF2B5EF4-FFF2-40B4-BE49-F238E27FC236}">
                <a16:creationId xmlns:a16="http://schemas.microsoft.com/office/drawing/2014/main" id="{B6F400B8-B1B8-4885-AECC-5FD48DB7BC48}"/>
              </a:ext>
            </a:extLst>
          </p:cNvPr>
          <p:cNvCxnSpPr>
            <a:cxnSpLocks/>
          </p:cNvCxnSpPr>
          <p:nvPr/>
        </p:nvCxnSpPr>
        <p:spPr>
          <a:xfrm>
            <a:off x="125333" y="6322626"/>
            <a:ext cx="436931" cy="0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23">
            <a:extLst>
              <a:ext uri="{FF2B5EF4-FFF2-40B4-BE49-F238E27FC236}">
                <a16:creationId xmlns:a16="http://schemas.microsoft.com/office/drawing/2014/main" id="{80410FA4-CEEB-474E-BE32-3EA2879B58AB}"/>
              </a:ext>
            </a:extLst>
          </p:cNvPr>
          <p:cNvSpPr txBox="1"/>
          <p:nvPr/>
        </p:nvSpPr>
        <p:spPr>
          <a:xfrm>
            <a:off x="684389" y="613796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USB</a:t>
            </a:r>
            <a:endParaRPr lang="en-DE" dirty="0"/>
          </a:p>
        </p:txBody>
      </p:sp>
      <p:cxnSp>
        <p:nvCxnSpPr>
          <p:cNvPr id="13" name="Gerader Verbinder 47">
            <a:extLst>
              <a:ext uri="{FF2B5EF4-FFF2-40B4-BE49-F238E27FC236}">
                <a16:creationId xmlns:a16="http://schemas.microsoft.com/office/drawing/2014/main" id="{3FCFF16C-CC26-4397-AC6F-B6DDFEFFB722}"/>
              </a:ext>
            </a:extLst>
          </p:cNvPr>
          <p:cNvCxnSpPr>
            <a:cxnSpLocks/>
          </p:cNvCxnSpPr>
          <p:nvPr/>
        </p:nvCxnSpPr>
        <p:spPr>
          <a:xfrm flipV="1">
            <a:off x="6597454" y="1110781"/>
            <a:ext cx="0" cy="1976134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02D2FEB-0F98-4768-8762-4282C2CCC26A}"/>
              </a:ext>
            </a:extLst>
          </p:cNvPr>
          <p:cNvGrpSpPr/>
          <p:nvPr/>
        </p:nvGrpSpPr>
        <p:grpSpPr>
          <a:xfrm>
            <a:off x="4526540" y="167537"/>
            <a:ext cx="2546132" cy="935440"/>
            <a:chOff x="4501053" y="207621"/>
            <a:chExt cx="2546132" cy="9354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61F680-0F88-4134-BDFD-4CA79217A08A}"/>
                </a:ext>
              </a:extLst>
            </p:cNvPr>
            <p:cNvSpPr/>
            <p:nvPr/>
          </p:nvSpPr>
          <p:spPr>
            <a:xfrm>
              <a:off x="4501053" y="772671"/>
              <a:ext cx="2546132" cy="37039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NI-DAQ Breakout Board 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Gerader Verbinder 68">
              <a:extLst>
                <a:ext uri="{FF2B5EF4-FFF2-40B4-BE49-F238E27FC236}">
                  <a16:creationId xmlns:a16="http://schemas.microsoft.com/office/drawing/2014/main" id="{AA7F7D66-63AD-453E-BA97-AF3E5FCFDC74}"/>
                </a:ext>
              </a:extLst>
            </p:cNvPr>
            <p:cNvCxnSpPr>
              <a:cxnSpLocks/>
              <a:stCxn id="19" idx="2"/>
              <a:endCxn id="6" idx="0"/>
            </p:cNvCxnSpPr>
            <p:nvPr/>
          </p:nvCxnSpPr>
          <p:spPr>
            <a:xfrm>
              <a:off x="5774119" y="578012"/>
              <a:ext cx="0" cy="1946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6AF7741-319C-4D4F-B3B6-1125D9738197}"/>
                </a:ext>
              </a:extLst>
            </p:cNvPr>
            <p:cNvSpPr/>
            <p:nvPr/>
          </p:nvSpPr>
          <p:spPr>
            <a:xfrm>
              <a:off x="5087006" y="207621"/>
              <a:ext cx="1374226" cy="3703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Behavior</a:t>
              </a:r>
              <a:r>
                <a:rPr lang="de-DE" dirty="0">
                  <a:solidFill>
                    <a:schemeClr val="tx1"/>
                  </a:solidFill>
                </a:rPr>
                <a:t> PC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Textfeld 104">
            <a:extLst>
              <a:ext uri="{FF2B5EF4-FFF2-40B4-BE49-F238E27FC236}">
                <a16:creationId xmlns:a16="http://schemas.microsoft.com/office/drawing/2014/main" id="{68881082-608E-4A45-83D9-BAF4AF0F2BE6}"/>
              </a:ext>
            </a:extLst>
          </p:cNvPr>
          <p:cNvSpPr txBox="1"/>
          <p:nvPr/>
        </p:nvSpPr>
        <p:spPr>
          <a:xfrm rot="16200000">
            <a:off x="5857507" y="1870653"/>
            <a:ext cx="1849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feedback</a:t>
            </a:r>
            <a:endParaRPr lang="en-DE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4A9D58-9407-4659-83B8-59E97E6B9827}"/>
              </a:ext>
            </a:extLst>
          </p:cNvPr>
          <p:cNvGrpSpPr/>
          <p:nvPr/>
        </p:nvGrpSpPr>
        <p:grpSpPr>
          <a:xfrm>
            <a:off x="4277730" y="3112941"/>
            <a:ext cx="5097539" cy="1791838"/>
            <a:chOff x="4248045" y="3240729"/>
            <a:chExt cx="5097539" cy="179183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D141436-D30C-42F7-A0C0-117EB064F2F0}"/>
                </a:ext>
              </a:extLst>
            </p:cNvPr>
            <p:cNvGrpSpPr/>
            <p:nvPr/>
          </p:nvGrpSpPr>
          <p:grpSpPr>
            <a:xfrm>
              <a:off x="4248045" y="3240729"/>
              <a:ext cx="3073940" cy="1791838"/>
              <a:chOff x="4250988" y="2926507"/>
              <a:chExt cx="3073940" cy="1791838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8E7E56B-93E4-4A99-828B-D2AAB6392042}"/>
                  </a:ext>
                </a:extLst>
              </p:cNvPr>
              <p:cNvGrpSpPr/>
              <p:nvPr/>
            </p:nvGrpSpPr>
            <p:grpSpPr>
              <a:xfrm>
                <a:off x="4250988" y="2926507"/>
                <a:ext cx="3073940" cy="1791838"/>
                <a:chOff x="4250988" y="2926507"/>
                <a:chExt cx="3073940" cy="1791838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09B1845B-0B71-49E9-BC6E-7E9FABABA48E}"/>
                    </a:ext>
                  </a:extLst>
                </p:cNvPr>
                <p:cNvSpPr/>
                <p:nvPr/>
              </p:nvSpPr>
              <p:spPr>
                <a:xfrm>
                  <a:off x="4250988" y="2926507"/>
                  <a:ext cx="3073940" cy="179183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DD0A3420-B4AD-4C11-AB86-1AF766BE6405}"/>
                    </a:ext>
                  </a:extLst>
                </p:cNvPr>
                <p:cNvSpPr/>
                <p:nvPr/>
              </p:nvSpPr>
              <p:spPr>
                <a:xfrm>
                  <a:off x="4358551" y="4201406"/>
                  <a:ext cx="2858815" cy="3375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Arduino UNO Rev4 Minima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25A0132-3354-4454-9B19-B42740885A7E}"/>
                    </a:ext>
                  </a:extLst>
                </p:cNvPr>
                <p:cNvSpPr/>
                <p:nvPr/>
              </p:nvSpPr>
              <p:spPr>
                <a:xfrm>
                  <a:off x="4358551" y="3637842"/>
                  <a:ext cx="2858815" cy="3405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 err="1">
                      <a:solidFill>
                        <a:schemeClr val="tx1"/>
                      </a:solidFill>
                    </a:rPr>
                    <a:t>Zaber</a:t>
                  </a:r>
                  <a:r>
                    <a:rPr lang="de-DE" dirty="0">
                      <a:solidFill>
                        <a:schemeClr val="tx1"/>
                      </a:solidFill>
                    </a:rPr>
                    <a:t> X-Series Shield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8E097C9C-8FFC-4FDB-A938-59D1E1EF9DE6}"/>
                    </a:ext>
                  </a:extLst>
                </p:cNvPr>
                <p:cNvSpPr/>
                <p:nvPr/>
              </p:nvSpPr>
              <p:spPr>
                <a:xfrm>
                  <a:off x="4358551" y="3074279"/>
                  <a:ext cx="2858815" cy="3405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dirty="0">
                      <a:solidFill>
                        <a:schemeClr val="tx1"/>
                      </a:solidFill>
                    </a:rPr>
                    <a:t>Arduino </a:t>
                  </a:r>
                  <a:r>
                    <a:rPr lang="de-DE" dirty="0" err="1">
                      <a:solidFill>
                        <a:schemeClr val="tx1"/>
                      </a:solidFill>
                    </a:rPr>
                    <a:t>Proto</a:t>
                  </a:r>
                  <a:r>
                    <a:rPr lang="de-DE" dirty="0">
                      <a:solidFill>
                        <a:schemeClr val="tx1"/>
                      </a:solidFill>
                    </a:rPr>
                    <a:t> Shield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5" name="Gerader Verbinder 68">
                <a:extLst>
                  <a:ext uri="{FF2B5EF4-FFF2-40B4-BE49-F238E27FC236}">
                    <a16:creationId xmlns:a16="http://schemas.microsoft.com/office/drawing/2014/main" id="{A80FDEB6-15A8-4A91-85E4-416A62FA44A6}"/>
                  </a:ext>
                </a:extLst>
              </p:cNvPr>
              <p:cNvCxnSpPr>
                <a:cxnSpLocks/>
                <a:stCxn id="4" idx="2"/>
                <a:endCxn id="3" idx="0"/>
              </p:cNvCxnSpPr>
              <p:nvPr/>
            </p:nvCxnSpPr>
            <p:spPr>
              <a:xfrm>
                <a:off x="5787959" y="3978430"/>
                <a:ext cx="0" cy="22297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68">
                <a:extLst>
                  <a:ext uri="{FF2B5EF4-FFF2-40B4-BE49-F238E27FC236}">
                    <a16:creationId xmlns:a16="http://schemas.microsoft.com/office/drawing/2014/main" id="{A7CF66EE-A61F-4DB4-83BC-021DC1051484}"/>
                  </a:ext>
                </a:extLst>
              </p:cNvPr>
              <p:cNvCxnSpPr>
                <a:cxnSpLocks/>
                <a:stCxn id="5" idx="2"/>
                <a:endCxn id="4" idx="0"/>
              </p:cNvCxnSpPr>
              <p:nvPr/>
            </p:nvCxnSpPr>
            <p:spPr>
              <a:xfrm>
                <a:off x="5787959" y="3414867"/>
                <a:ext cx="0" cy="2229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BCDB1F-B0DB-4AC7-9413-92BFF08E91ED}"/>
                </a:ext>
              </a:extLst>
            </p:cNvPr>
            <p:cNvSpPr/>
            <p:nvPr/>
          </p:nvSpPr>
          <p:spPr>
            <a:xfrm>
              <a:off x="7683712" y="3952289"/>
              <a:ext cx="1661872" cy="33889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Zaber</a:t>
              </a:r>
              <a:r>
                <a:rPr lang="de-DE" dirty="0">
                  <a:solidFill>
                    <a:schemeClr val="tx1"/>
                  </a:solidFill>
                </a:rPr>
                <a:t> XY-Stage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Gerader Verbinder 68">
              <a:extLst>
                <a:ext uri="{FF2B5EF4-FFF2-40B4-BE49-F238E27FC236}">
                  <a16:creationId xmlns:a16="http://schemas.microsoft.com/office/drawing/2014/main" id="{FA8FE76C-910B-493B-82E6-559B87F81A39}"/>
                </a:ext>
              </a:extLst>
            </p:cNvPr>
            <p:cNvCxnSpPr>
              <a:cxnSpLocks/>
              <a:stCxn id="32" idx="1"/>
              <a:endCxn id="4" idx="3"/>
            </p:cNvCxnSpPr>
            <p:nvPr/>
          </p:nvCxnSpPr>
          <p:spPr>
            <a:xfrm flipH="1">
              <a:off x="7214423" y="4121737"/>
              <a:ext cx="469289" cy="6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feld 104">
            <a:extLst>
              <a:ext uri="{FF2B5EF4-FFF2-40B4-BE49-F238E27FC236}">
                <a16:creationId xmlns:a16="http://schemas.microsoft.com/office/drawing/2014/main" id="{5A9B934F-5403-4A3D-B18E-42ECA96ABDD0}"/>
              </a:ext>
            </a:extLst>
          </p:cNvPr>
          <p:cNvSpPr txBox="1"/>
          <p:nvPr/>
        </p:nvSpPr>
        <p:spPr>
          <a:xfrm rot="16200000">
            <a:off x="4500250" y="1894324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In/out </a:t>
            </a:r>
            <a:r>
              <a:rPr lang="de-DE" dirty="0" err="1"/>
              <a:t>signal</a:t>
            </a:r>
            <a:endParaRPr lang="en-DE" dirty="0"/>
          </a:p>
        </p:txBody>
      </p:sp>
      <p:cxnSp>
        <p:nvCxnSpPr>
          <p:cNvPr id="39" name="Gerader Verbinder 287">
            <a:extLst>
              <a:ext uri="{FF2B5EF4-FFF2-40B4-BE49-F238E27FC236}">
                <a16:creationId xmlns:a16="http://schemas.microsoft.com/office/drawing/2014/main" id="{FFC5D3C2-88C0-4FC4-AD48-C0E8816A41B1}"/>
              </a:ext>
            </a:extLst>
          </p:cNvPr>
          <p:cNvCxnSpPr>
            <a:cxnSpLocks/>
          </p:cNvCxnSpPr>
          <p:nvPr/>
        </p:nvCxnSpPr>
        <p:spPr>
          <a:xfrm flipV="1">
            <a:off x="5810104" y="1110781"/>
            <a:ext cx="0" cy="1983987"/>
          </a:xfrm>
          <a:prstGeom prst="line">
            <a:avLst/>
          </a:prstGeom>
          <a:ln w="25400"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104">
            <a:extLst>
              <a:ext uri="{FF2B5EF4-FFF2-40B4-BE49-F238E27FC236}">
                <a16:creationId xmlns:a16="http://schemas.microsoft.com/office/drawing/2014/main" id="{505C0E45-0B8E-46FB-A54D-F13958753F2D}"/>
              </a:ext>
            </a:extLst>
          </p:cNvPr>
          <p:cNvSpPr txBox="1"/>
          <p:nvPr/>
        </p:nvSpPr>
        <p:spPr>
          <a:xfrm rot="16200000">
            <a:off x="5098851" y="1875844"/>
            <a:ext cx="17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Stimulus </a:t>
            </a:r>
            <a:r>
              <a:rPr lang="de-DE" dirty="0" err="1"/>
              <a:t>selector</a:t>
            </a:r>
            <a:endParaRPr lang="en-DE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0EA8607-35E4-49B2-A33B-B9C7B91AC229}"/>
              </a:ext>
            </a:extLst>
          </p:cNvPr>
          <p:cNvGrpSpPr/>
          <p:nvPr/>
        </p:nvGrpSpPr>
        <p:grpSpPr>
          <a:xfrm>
            <a:off x="1645497" y="3614886"/>
            <a:ext cx="2155847" cy="758126"/>
            <a:chOff x="667419" y="4080075"/>
            <a:chExt cx="2155847" cy="74903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AE715E-0853-4C30-8035-F09A9F154D66}"/>
                </a:ext>
              </a:extLst>
            </p:cNvPr>
            <p:cNvSpPr/>
            <p:nvPr/>
          </p:nvSpPr>
          <p:spPr>
            <a:xfrm>
              <a:off x="720353" y="4451634"/>
              <a:ext cx="991147" cy="3026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Button 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9D89BBB-D25B-47FE-B5A8-16D5016FBAD2}"/>
                </a:ext>
              </a:extLst>
            </p:cNvPr>
            <p:cNvSpPr/>
            <p:nvPr/>
          </p:nvSpPr>
          <p:spPr>
            <a:xfrm>
              <a:off x="1771864" y="4451634"/>
              <a:ext cx="991147" cy="3026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Button 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0441D82-B824-4B33-B24C-ECF9122F0F8B}"/>
                </a:ext>
              </a:extLst>
            </p:cNvPr>
            <p:cNvSpPr/>
            <p:nvPr/>
          </p:nvSpPr>
          <p:spPr>
            <a:xfrm>
              <a:off x="667419" y="4080075"/>
              <a:ext cx="2155847" cy="749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Position </a:t>
              </a:r>
              <a:r>
                <a:rPr lang="de-DE" dirty="0" err="1">
                  <a:solidFill>
                    <a:schemeClr val="tx1"/>
                  </a:solidFill>
                </a:rPr>
                <a:t>Calibration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5" name="Gerader Verbinder 68">
            <a:extLst>
              <a:ext uri="{FF2B5EF4-FFF2-40B4-BE49-F238E27FC236}">
                <a16:creationId xmlns:a16="http://schemas.microsoft.com/office/drawing/2014/main" id="{0AAF1A65-51F2-45D2-8ACD-15CAEA408BA0}"/>
              </a:ext>
            </a:extLst>
          </p:cNvPr>
          <p:cNvCxnSpPr>
            <a:cxnSpLocks/>
            <a:stCxn id="4" idx="1"/>
            <a:endCxn id="43" idx="3"/>
          </p:cNvCxnSpPr>
          <p:nvPr/>
        </p:nvCxnSpPr>
        <p:spPr>
          <a:xfrm flipH="1" flipV="1">
            <a:off x="3801344" y="3993949"/>
            <a:ext cx="583949" cy="6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B439553-E894-4624-9534-A49C6F78EB97}"/>
              </a:ext>
            </a:extLst>
          </p:cNvPr>
          <p:cNvSpPr/>
          <p:nvPr/>
        </p:nvSpPr>
        <p:spPr>
          <a:xfrm>
            <a:off x="8115897" y="349816"/>
            <a:ext cx="3823412" cy="29271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Signal </a:t>
            </a:r>
            <a:r>
              <a:rPr lang="de-DE" dirty="0" err="1">
                <a:solidFill>
                  <a:schemeClr val="tx1"/>
                </a:solidFill>
              </a:rPr>
              <a:t>Overview</a:t>
            </a:r>
            <a:r>
              <a:rPr lang="de-DE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Gerader Verbinder 122">
            <a:extLst>
              <a:ext uri="{FF2B5EF4-FFF2-40B4-BE49-F238E27FC236}">
                <a16:creationId xmlns:a16="http://schemas.microsoft.com/office/drawing/2014/main" id="{77E523F9-F5B8-4CC0-8C09-677E5747B364}"/>
              </a:ext>
            </a:extLst>
          </p:cNvPr>
          <p:cNvCxnSpPr>
            <a:cxnSpLocks/>
            <a:stCxn id="59" idx="0"/>
            <a:endCxn id="3" idx="2"/>
          </p:cNvCxnSpPr>
          <p:nvPr/>
        </p:nvCxnSpPr>
        <p:spPr>
          <a:xfrm flipV="1">
            <a:off x="5814701" y="4725380"/>
            <a:ext cx="0" cy="402374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165494E-BE2C-4C6C-AA52-F1715242A52A}"/>
              </a:ext>
            </a:extLst>
          </p:cNvPr>
          <p:cNvSpPr/>
          <p:nvPr/>
        </p:nvSpPr>
        <p:spPr>
          <a:xfrm>
            <a:off x="4385293" y="5127754"/>
            <a:ext cx="2858815" cy="1375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Computer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C521C3B-7112-428F-81A5-5677ACBC2DDD}"/>
              </a:ext>
            </a:extLst>
          </p:cNvPr>
          <p:cNvCxnSpPr>
            <a:cxnSpLocks/>
          </p:cNvCxnSpPr>
          <p:nvPr/>
        </p:nvCxnSpPr>
        <p:spPr>
          <a:xfrm flipH="1">
            <a:off x="8757367" y="3080110"/>
            <a:ext cx="63026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D255A80-03B1-410E-8430-BBD5CE791B4F}"/>
              </a:ext>
            </a:extLst>
          </p:cNvPr>
          <p:cNvCxnSpPr>
            <a:cxnSpLocks/>
          </p:cNvCxnSpPr>
          <p:nvPr/>
        </p:nvCxnSpPr>
        <p:spPr>
          <a:xfrm flipV="1">
            <a:off x="9384880" y="2920062"/>
            <a:ext cx="0" cy="1641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05DBA71-BA88-4842-9E31-25B079E4595B}"/>
              </a:ext>
            </a:extLst>
          </p:cNvPr>
          <p:cNvCxnSpPr>
            <a:cxnSpLocks/>
          </p:cNvCxnSpPr>
          <p:nvPr/>
        </p:nvCxnSpPr>
        <p:spPr>
          <a:xfrm>
            <a:off x="9375269" y="2920062"/>
            <a:ext cx="181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5101FF-B67B-4EBE-B0CA-711F88B92B3A}"/>
              </a:ext>
            </a:extLst>
          </p:cNvPr>
          <p:cNvCxnSpPr>
            <a:cxnSpLocks/>
          </p:cNvCxnSpPr>
          <p:nvPr/>
        </p:nvCxnSpPr>
        <p:spPr>
          <a:xfrm>
            <a:off x="9748428" y="2741565"/>
            <a:ext cx="0" cy="342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6EEC83F-E558-406F-B3BE-A672BFE1E038}"/>
              </a:ext>
            </a:extLst>
          </p:cNvPr>
          <p:cNvCxnSpPr>
            <a:cxnSpLocks/>
          </p:cNvCxnSpPr>
          <p:nvPr/>
        </p:nvCxnSpPr>
        <p:spPr>
          <a:xfrm>
            <a:off x="9741467" y="3080110"/>
            <a:ext cx="51489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A1954DB-78F3-457E-AE97-30FEEB12D391}"/>
              </a:ext>
            </a:extLst>
          </p:cNvPr>
          <p:cNvSpPr txBox="1"/>
          <p:nvPr/>
        </p:nvSpPr>
        <p:spPr>
          <a:xfrm>
            <a:off x="10380909" y="2952934"/>
            <a:ext cx="606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0V (out)</a:t>
            </a:r>
            <a:endParaRPr 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42EDF5F-C7CF-43ED-B6D7-E13FEFFAB44B}"/>
              </a:ext>
            </a:extLst>
          </p:cNvPr>
          <p:cNvSpPr txBox="1"/>
          <p:nvPr/>
        </p:nvSpPr>
        <p:spPr>
          <a:xfrm>
            <a:off x="10380909" y="2598316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5V (</a:t>
            </a:r>
            <a:r>
              <a:rPr lang="de-DE" sz="1000" dirty="0" err="1"/>
              <a:t>stimulus</a:t>
            </a:r>
            <a:r>
              <a:rPr lang="de-DE" sz="1000" dirty="0"/>
              <a:t> 2)</a:t>
            </a:r>
            <a:endParaRPr lang="en-US" sz="10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3A3836D-6589-4014-96C7-738C40E7274D}"/>
              </a:ext>
            </a:extLst>
          </p:cNvPr>
          <p:cNvCxnSpPr>
            <a:cxnSpLocks/>
          </p:cNvCxnSpPr>
          <p:nvPr/>
        </p:nvCxnSpPr>
        <p:spPr>
          <a:xfrm flipH="1">
            <a:off x="8780727" y="1279695"/>
            <a:ext cx="63026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EA2FE17-0D86-4E99-A953-8E2CDBD7B0AF}"/>
              </a:ext>
            </a:extLst>
          </p:cNvPr>
          <p:cNvCxnSpPr>
            <a:cxnSpLocks/>
          </p:cNvCxnSpPr>
          <p:nvPr/>
        </p:nvCxnSpPr>
        <p:spPr>
          <a:xfrm flipV="1">
            <a:off x="9408240" y="949943"/>
            <a:ext cx="2746" cy="33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8ED94C3-88AC-4797-B344-6DFA5A5A8A1B}"/>
              </a:ext>
            </a:extLst>
          </p:cNvPr>
          <p:cNvCxnSpPr>
            <a:cxnSpLocks/>
          </p:cNvCxnSpPr>
          <p:nvPr/>
        </p:nvCxnSpPr>
        <p:spPr>
          <a:xfrm>
            <a:off x="9398629" y="954481"/>
            <a:ext cx="3731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CC79BEF-4557-49AA-AD55-550163C2E45C}"/>
              </a:ext>
            </a:extLst>
          </p:cNvPr>
          <p:cNvCxnSpPr>
            <a:cxnSpLocks/>
          </p:cNvCxnSpPr>
          <p:nvPr/>
        </p:nvCxnSpPr>
        <p:spPr>
          <a:xfrm>
            <a:off x="9771788" y="941150"/>
            <a:ext cx="0" cy="342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9E10F54-8D07-4BEE-BA35-FE7E747B86E2}"/>
              </a:ext>
            </a:extLst>
          </p:cNvPr>
          <p:cNvCxnSpPr>
            <a:cxnSpLocks/>
          </p:cNvCxnSpPr>
          <p:nvPr/>
        </p:nvCxnSpPr>
        <p:spPr>
          <a:xfrm>
            <a:off x="9764827" y="1279695"/>
            <a:ext cx="51489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A4DC6C8-9451-4ED7-A71B-35E308897E45}"/>
              </a:ext>
            </a:extLst>
          </p:cNvPr>
          <p:cNvSpPr txBox="1"/>
          <p:nvPr/>
        </p:nvSpPr>
        <p:spPr>
          <a:xfrm>
            <a:off x="10380909" y="1152519"/>
            <a:ext cx="606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0V (out)</a:t>
            </a:r>
            <a:endParaRPr lang="en-US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FDF176-F3F6-471E-BB90-E69FB192D2BC}"/>
              </a:ext>
            </a:extLst>
          </p:cNvPr>
          <p:cNvSpPr txBox="1"/>
          <p:nvPr/>
        </p:nvSpPr>
        <p:spPr>
          <a:xfrm>
            <a:off x="10380909" y="797901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5V (in)</a:t>
            </a:r>
            <a:endParaRPr lang="en-US" sz="1000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2042E59-E978-488D-A375-C07A7133171E}"/>
              </a:ext>
            </a:extLst>
          </p:cNvPr>
          <p:cNvCxnSpPr>
            <a:cxnSpLocks/>
          </p:cNvCxnSpPr>
          <p:nvPr/>
        </p:nvCxnSpPr>
        <p:spPr>
          <a:xfrm flipH="1">
            <a:off x="8787688" y="2179902"/>
            <a:ext cx="63026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0FEB208-6267-4F79-9591-E589AF131B65}"/>
              </a:ext>
            </a:extLst>
          </p:cNvPr>
          <p:cNvCxnSpPr>
            <a:cxnSpLocks/>
          </p:cNvCxnSpPr>
          <p:nvPr/>
        </p:nvCxnSpPr>
        <p:spPr>
          <a:xfrm flipV="1">
            <a:off x="9415201" y="1850150"/>
            <a:ext cx="2746" cy="33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55A93B6-F482-4A33-B4A4-843E6243E2F0}"/>
              </a:ext>
            </a:extLst>
          </p:cNvPr>
          <p:cNvCxnSpPr>
            <a:cxnSpLocks/>
          </p:cNvCxnSpPr>
          <p:nvPr/>
        </p:nvCxnSpPr>
        <p:spPr>
          <a:xfrm>
            <a:off x="9405590" y="1854688"/>
            <a:ext cx="3731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0336EB9-1761-46FD-B7A8-39219622322C}"/>
              </a:ext>
            </a:extLst>
          </p:cNvPr>
          <p:cNvCxnSpPr>
            <a:cxnSpLocks/>
          </p:cNvCxnSpPr>
          <p:nvPr/>
        </p:nvCxnSpPr>
        <p:spPr>
          <a:xfrm>
            <a:off x="9778749" y="1841357"/>
            <a:ext cx="0" cy="342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D8BDDB1-AE9D-4311-8BFA-7836AFCE106B}"/>
              </a:ext>
            </a:extLst>
          </p:cNvPr>
          <p:cNvCxnSpPr>
            <a:cxnSpLocks/>
          </p:cNvCxnSpPr>
          <p:nvPr/>
        </p:nvCxnSpPr>
        <p:spPr>
          <a:xfrm>
            <a:off x="9771788" y="2179902"/>
            <a:ext cx="51489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42AE8FC-5276-4620-83E8-371B440437CC}"/>
              </a:ext>
            </a:extLst>
          </p:cNvPr>
          <p:cNvSpPr txBox="1"/>
          <p:nvPr/>
        </p:nvSpPr>
        <p:spPr>
          <a:xfrm>
            <a:off x="10380909" y="2052726"/>
            <a:ext cx="960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0V (</a:t>
            </a:r>
            <a:r>
              <a:rPr lang="de-DE" sz="1000" dirty="0" err="1"/>
              <a:t>stimulus</a:t>
            </a:r>
            <a:r>
              <a:rPr lang="de-DE" sz="1000" dirty="0"/>
              <a:t> 2)</a:t>
            </a:r>
            <a:endParaRPr 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214BA17-5770-4939-8451-1399EA73581E}"/>
              </a:ext>
            </a:extLst>
          </p:cNvPr>
          <p:cNvSpPr txBox="1"/>
          <p:nvPr/>
        </p:nvSpPr>
        <p:spPr>
          <a:xfrm>
            <a:off x="10380909" y="1698108"/>
            <a:ext cx="960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5V (</a:t>
            </a:r>
            <a:r>
              <a:rPr lang="de-DE" sz="1000" dirty="0" err="1"/>
              <a:t>stimulus</a:t>
            </a:r>
            <a:r>
              <a:rPr lang="de-DE" sz="1000" dirty="0"/>
              <a:t> 1)</a:t>
            </a:r>
            <a:endParaRPr lang="en-US" sz="1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B922C07-3621-4597-8F21-9D196C27F795}"/>
              </a:ext>
            </a:extLst>
          </p:cNvPr>
          <p:cNvSpPr txBox="1"/>
          <p:nvPr/>
        </p:nvSpPr>
        <p:spPr>
          <a:xfrm>
            <a:off x="10380909" y="2775625"/>
            <a:ext cx="10583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2.5V (</a:t>
            </a:r>
            <a:r>
              <a:rPr lang="de-DE" sz="1000" dirty="0" err="1"/>
              <a:t>stimulus</a:t>
            </a:r>
            <a:r>
              <a:rPr lang="de-DE" sz="1000" dirty="0"/>
              <a:t> 1)</a:t>
            </a:r>
            <a:endParaRPr lang="en-US" sz="10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63942AE-DEF1-41C7-B2EA-9DF98ACBD745}"/>
              </a:ext>
            </a:extLst>
          </p:cNvPr>
          <p:cNvCxnSpPr>
            <a:cxnSpLocks/>
          </p:cNvCxnSpPr>
          <p:nvPr/>
        </p:nvCxnSpPr>
        <p:spPr>
          <a:xfrm>
            <a:off x="9556921" y="2741565"/>
            <a:ext cx="2011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C634AFB-15EC-466B-90DF-31F98FCA2624}"/>
              </a:ext>
            </a:extLst>
          </p:cNvPr>
          <p:cNvCxnSpPr>
            <a:cxnSpLocks/>
          </p:cNvCxnSpPr>
          <p:nvPr/>
        </p:nvCxnSpPr>
        <p:spPr>
          <a:xfrm flipV="1">
            <a:off x="9556921" y="2741565"/>
            <a:ext cx="0" cy="1850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feld 104">
            <a:extLst>
              <a:ext uri="{FF2B5EF4-FFF2-40B4-BE49-F238E27FC236}">
                <a16:creationId xmlns:a16="http://schemas.microsoft.com/office/drawing/2014/main" id="{41B8A34A-7AC1-4343-9528-C12E769329F4}"/>
              </a:ext>
            </a:extLst>
          </p:cNvPr>
          <p:cNvSpPr txBox="1"/>
          <p:nvPr/>
        </p:nvSpPr>
        <p:spPr>
          <a:xfrm rot="16200000">
            <a:off x="7495992" y="1686428"/>
            <a:ext cx="161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DrosoMenuPro</a:t>
            </a:r>
            <a:endParaRPr lang="en-DE" dirty="0"/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CCFACDD4-8288-44E1-9928-26148D5DEDE3}"/>
              </a:ext>
            </a:extLst>
          </p:cNvPr>
          <p:cNvSpPr txBox="1"/>
          <p:nvPr/>
        </p:nvSpPr>
        <p:spPr>
          <a:xfrm rot="16200000">
            <a:off x="10418605" y="1686428"/>
            <a:ext cx="2564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NI-DAQ Breakout Board 2</a:t>
            </a:r>
            <a:endParaRPr lang="en-DE" dirty="0"/>
          </a:p>
        </p:txBody>
      </p:sp>
      <p:cxnSp>
        <p:nvCxnSpPr>
          <p:cNvPr id="109" name="Gerader Verbinder 287">
            <a:extLst>
              <a:ext uri="{FF2B5EF4-FFF2-40B4-BE49-F238E27FC236}">
                <a16:creationId xmlns:a16="http://schemas.microsoft.com/office/drawing/2014/main" id="{030761F4-F741-487D-BA55-E90FB23678B0}"/>
              </a:ext>
            </a:extLst>
          </p:cNvPr>
          <p:cNvCxnSpPr>
            <a:cxnSpLocks/>
          </p:cNvCxnSpPr>
          <p:nvPr/>
        </p:nvCxnSpPr>
        <p:spPr>
          <a:xfrm flipV="1">
            <a:off x="4988872" y="1110781"/>
            <a:ext cx="0" cy="1983987"/>
          </a:xfrm>
          <a:prstGeom prst="line">
            <a:avLst/>
          </a:prstGeom>
          <a:ln w="25400"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1F59B3B-B74A-4B88-B2A4-281DF40A1EDA}"/>
              </a:ext>
            </a:extLst>
          </p:cNvPr>
          <p:cNvSpPr/>
          <p:nvPr/>
        </p:nvSpPr>
        <p:spPr>
          <a:xfrm>
            <a:off x="4521760" y="5541250"/>
            <a:ext cx="2576686" cy="8417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Arduino IDE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 err="1">
                <a:solidFill>
                  <a:schemeClr val="tx1"/>
                </a:solidFill>
              </a:rPr>
              <a:t>programming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micro</a:t>
            </a:r>
            <a:r>
              <a:rPr lang="de-DE" dirty="0">
                <a:solidFill>
                  <a:schemeClr val="tx1"/>
                </a:solidFill>
              </a:rPr>
              <a:t>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CD6A8BE-B35E-4F16-8AC2-C4C044B5EA5D}"/>
              </a:ext>
            </a:extLst>
          </p:cNvPr>
          <p:cNvSpPr/>
          <p:nvPr/>
        </p:nvSpPr>
        <p:spPr>
          <a:xfrm>
            <a:off x="8213811" y="4883749"/>
            <a:ext cx="3616927" cy="1668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Note:</a:t>
            </a:r>
          </a:p>
          <a:p>
            <a:r>
              <a:rPr lang="de-DE" dirty="0" err="1">
                <a:solidFill>
                  <a:schemeClr val="tx1"/>
                </a:solidFill>
              </a:rPr>
              <a:t>Alrernatively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Arduino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programmed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to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controlled</a:t>
            </a:r>
            <a:r>
              <a:rPr lang="de-DE" dirty="0">
                <a:solidFill>
                  <a:schemeClr val="tx1"/>
                </a:solidFill>
              </a:rPr>
              <a:t> via </a:t>
            </a:r>
            <a:r>
              <a:rPr lang="de-DE" dirty="0" err="1">
                <a:solidFill>
                  <a:schemeClr val="tx1"/>
                </a:solidFill>
              </a:rPr>
              <a:t>serial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communication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closed</a:t>
            </a:r>
            <a:r>
              <a:rPr lang="de-DE" dirty="0">
                <a:solidFill>
                  <a:schemeClr val="tx1"/>
                </a:solidFill>
              </a:rPr>
              <a:t> loop </a:t>
            </a:r>
            <a:r>
              <a:rPr lang="de-DE" dirty="0" err="1">
                <a:solidFill>
                  <a:schemeClr val="tx1"/>
                </a:solidFill>
              </a:rPr>
              <a:t>experiments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261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escriba</dc:creator>
  <cp:lastModifiedBy>escriba</cp:lastModifiedBy>
  <cp:revision>4</cp:revision>
  <dcterms:created xsi:type="dcterms:W3CDTF">2026-03-20T08:35:03Z</dcterms:created>
  <dcterms:modified xsi:type="dcterms:W3CDTF">2026-03-20T09:11:39Z</dcterms:modified>
</cp:coreProperties>
</file>